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78"/>
    <p:restoredTop sz="94687"/>
  </p:normalViewPr>
  <p:slideViewPr>
    <p:cSldViewPr snapToGrid="0">
      <p:cViewPr varScale="1">
        <p:scale>
          <a:sx n="147" d="100"/>
          <a:sy n="147" d="100"/>
        </p:scale>
        <p:origin x="38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B0F64-0D87-395A-8D06-2685E70F8D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C222B1-64FB-50D7-C62E-663C7D4F9B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9A5EB-6BB3-8928-B627-D9A0FDE1C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F7F9-4925-8342-BD59-9C3AAF493C4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04A5D-BA91-96AF-929D-ABE5B1B62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CC0EC-B972-DA66-CD36-3E182B63B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9BA8E-AEE4-594D-9151-9FBDA95C9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460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95662-710D-0ADB-AE1D-316F4871B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9CB9E-75F3-F2B6-C59E-2EA2DAA1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D2365-4A27-8998-D8B7-32542A02A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F7F9-4925-8342-BD59-9C3AAF493C4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FBAF1-15E0-C425-4FC9-550093109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CE064-840D-07B3-AE07-789916D4A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9BA8E-AEE4-594D-9151-9FBDA95C9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34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8B2E3-2E78-787F-C642-25D9D0D7D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2259E-C3D0-F49D-AC55-78596DAB4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C3E23-C0FE-C12C-A1B5-31D0506A6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F7F9-4925-8342-BD59-9C3AAF493C4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4AD83-042A-E5C6-A1A5-6577770FC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4DD02-C4B8-2D20-E2CA-EDC2F89C8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9BA8E-AEE4-594D-9151-9FBDA95C9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205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C36D4-0795-7834-1D85-AC9D6917A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071DD-2BC0-31BD-DA76-7A192A6044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5D991E-38A0-489D-DFBB-16A9529CD0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B02566-47CC-103D-AE37-D7FCCB8A5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F7F9-4925-8342-BD59-9C3AAF493C4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6D14A-61AA-48EA-F212-82BD88385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D64527-76BC-6892-7B3D-511150BE3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9BA8E-AEE4-594D-9151-9FBDA95C9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040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4AE5-60AA-A500-B095-199476A3B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8EF93B-D1C5-D8EF-25E2-1D311C8E5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E7EB65-7A42-A009-E818-BD00D7578C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D8380-1063-837A-0C2B-2B6AC77B39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1CE0EB-12AE-28CF-B55C-002F5F076E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8FE755-5F83-DE6A-1292-786ECD4FE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F7F9-4925-8342-BD59-9C3AAF493C4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F02519-7D00-72EA-E5CD-72BA9E568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0AE538-58AA-9D4A-1EEF-AEF31F9CF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9BA8E-AEE4-594D-9151-9FBDA95C9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518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08586-EC80-55E2-9961-95EBD747F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3891F1-13AD-A63D-8C6A-957903CDE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F7F9-4925-8342-BD59-9C3AAF493C4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28180C-9DEE-BEAA-8EB1-8DC11AB6D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56FEA8-7085-7FB9-48AD-CD559C223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9BA8E-AEE4-594D-9151-9FBDA95C9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101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3A1742-4EE3-B74A-EF12-75AEC083F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F7F9-4925-8342-BD59-9C3AAF493C4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5D9E55-3C0F-2DA6-12BA-B41EA41FF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B43C4F-A917-AC95-AB0B-6DF9D9CEE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9BA8E-AEE4-594D-9151-9FBDA95C9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03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EE6CB-6CDD-A901-6873-1C8A71E8F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9D93F-34B5-66E0-168D-99D718972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4E35B9-DDA0-EF9F-D976-E4824CFA8B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F634DD-AB62-001B-B4F4-5773440FD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F7F9-4925-8342-BD59-9C3AAF493C4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06CD65-2748-B31E-6A39-560FD4D78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369910-1982-5510-A679-9F0CB5F3D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9BA8E-AEE4-594D-9151-9FBDA95C9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697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0F526-710F-C5BD-4DFE-EE13F5360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656501-F284-17E1-478B-17ECF72E68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28740C-5DD7-FB9C-7951-27FC5C8D1B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B98CAB-95A4-A24A-9C0D-90809A684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F7F9-4925-8342-BD59-9C3AAF493C4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C92D0E-22EB-5AA3-58FB-595F50330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17116-2A56-C8BD-C330-D543F4E2F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9BA8E-AEE4-594D-9151-9FBDA95C9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674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9D4A9-656D-22BE-0307-F90FCC526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A2C7DC-5339-782C-857C-8FAD0E5A3B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C493B-9260-0EAF-4291-E5C2F90DC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F7F9-4925-8342-BD59-9C3AAF493C4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19B79-10BA-69BE-55E1-125FE62EB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7D490-1C5E-6103-D39E-E72C3D825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9BA8E-AEE4-594D-9151-9FBDA95C9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195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62836A-7CAB-E3F9-A197-C8A9E0A4E9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895068-A270-A1E6-1962-211A20E028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CE56F-14E7-11C1-AD98-8373D72F6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F7F9-4925-8342-BD59-9C3AAF493C4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2C86D-F506-3DC3-8CF5-D34CB59B3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9B66A-38ED-A04C-B25A-026C6FA03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9BA8E-AEE4-594D-9151-9FBDA95C9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647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4E1CA2-3095-5276-CA92-A79148CA9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FD481-9188-D18A-63E6-647A3F8099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DEF2C-7151-1064-179E-AC123A0FA4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00F7F9-4925-8342-BD59-9C3AAF493C4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9D06A-6879-273A-0C18-10A8DAF446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54AD3-B1FC-B265-192D-21114B5997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69BA8E-AEE4-594D-9151-9FBDA95C9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276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iley Face 3">
            <a:extLst>
              <a:ext uri="{FF2B5EF4-FFF2-40B4-BE49-F238E27FC236}">
                <a16:creationId xmlns:a16="http://schemas.microsoft.com/office/drawing/2014/main" id="{74B13EFA-88A1-139A-5AA4-E359CD7DB236}"/>
              </a:ext>
            </a:extLst>
          </p:cNvPr>
          <p:cNvSpPr/>
          <p:nvPr/>
        </p:nvSpPr>
        <p:spPr>
          <a:xfrm>
            <a:off x="827314" y="313509"/>
            <a:ext cx="1149532" cy="1123405"/>
          </a:xfrm>
          <a:prstGeom prst="smileyFac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30B5B9-E719-EA4E-59B2-6F2EDBF58C84}"/>
              </a:ext>
            </a:extLst>
          </p:cNvPr>
          <p:cNvSpPr/>
          <p:nvPr/>
        </p:nvSpPr>
        <p:spPr>
          <a:xfrm>
            <a:off x="4880758" y="313509"/>
            <a:ext cx="1876302" cy="124215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Canva APP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4C508A2-453B-DD39-FC7E-120E9771AA53}"/>
              </a:ext>
            </a:extLst>
          </p:cNvPr>
          <p:cNvSpPr/>
          <p:nvPr/>
        </p:nvSpPr>
        <p:spPr>
          <a:xfrm>
            <a:off x="9892145" y="313509"/>
            <a:ext cx="2054432" cy="142028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Google Server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3A707DE-6D0A-3BBE-23C8-E8A9E6E597AA}"/>
              </a:ext>
            </a:extLst>
          </p:cNvPr>
          <p:cNvCxnSpPr>
            <a:stCxn id="4" idx="4"/>
          </p:cNvCxnSpPr>
          <p:nvPr/>
        </p:nvCxnSpPr>
        <p:spPr>
          <a:xfrm flipH="1">
            <a:off x="1384663" y="1436914"/>
            <a:ext cx="17417" cy="48855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9B5E5E8-54AD-8315-E611-A1F308DC59EB}"/>
              </a:ext>
            </a:extLst>
          </p:cNvPr>
          <p:cNvCxnSpPr/>
          <p:nvPr/>
        </p:nvCxnSpPr>
        <p:spPr>
          <a:xfrm>
            <a:off x="5947954" y="1555668"/>
            <a:ext cx="0" cy="49670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0EB2F43-5313-C2FB-C8DD-9D9C9C2FCBE0}"/>
              </a:ext>
            </a:extLst>
          </p:cNvPr>
          <p:cNvCxnSpPr/>
          <p:nvPr/>
        </p:nvCxnSpPr>
        <p:spPr>
          <a:xfrm>
            <a:off x="11120846" y="1733797"/>
            <a:ext cx="0" cy="47018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E2D843E-38BC-3787-0357-AE1125DAF2A2}"/>
              </a:ext>
            </a:extLst>
          </p:cNvPr>
          <p:cNvCxnSpPr>
            <a:cxnSpLocks/>
          </p:cNvCxnSpPr>
          <p:nvPr/>
        </p:nvCxnSpPr>
        <p:spPr>
          <a:xfrm>
            <a:off x="1402080" y="2098766"/>
            <a:ext cx="45458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CFE7941-8993-50E9-FE11-DD0D98F4E70B}"/>
              </a:ext>
            </a:extLst>
          </p:cNvPr>
          <p:cNvSpPr txBox="1"/>
          <p:nvPr/>
        </p:nvSpPr>
        <p:spPr>
          <a:xfrm>
            <a:off x="2290355" y="1729434"/>
            <a:ext cx="2515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Clicking on google login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B258AEE-5A17-74F5-9A26-3EB63841F3D5}"/>
              </a:ext>
            </a:extLst>
          </p:cNvPr>
          <p:cNvCxnSpPr/>
          <p:nvPr/>
        </p:nvCxnSpPr>
        <p:spPr>
          <a:xfrm>
            <a:off x="6096000" y="2098766"/>
            <a:ext cx="49638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3F6BD94-8DF7-4EF2-47F1-D77C000B973F}"/>
              </a:ext>
            </a:extLst>
          </p:cNvPr>
          <p:cNvCxnSpPr>
            <a:cxnSpLocks/>
          </p:cNvCxnSpPr>
          <p:nvPr/>
        </p:nvCxnSpPr>
        <p:spPr>
          <a:xfrm flipH="1">
            <a:off x="1402080" y="2873829"/>
            <a:ext cx="97187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2401ECD-AFE7-9CDB-2279-CE74167D556E}"/>
              </a:ext>
            </a:extLst>
          </p:cNvPr>
          <p:cNvSpPr txBox="1"/>
          <p:nvPr/>
        </p:nvSpPr>
        <p:spPr>
          <a:xfrm>
            <a:off x="7341326" y="2504497"/>
            <a:ext cx="2043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Google Login Form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313C19-6F89-E0BC-6117-4D211AA9D5C9}"/>
              </a:ext>
            </a:extLst>
          </p:cNvPr>
          <p:cNvSpPr txBox="1"/>
          <p:nvPr/>
        </p:nvSpPr>
        <p:spPr>
          <a:xfrm>
            <a:off x="2290355" y="2468098"/>
            <a:ext cx="2460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Provide the credentials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C2F9276-94E4-53E5-83A4-F0BEDE49F140}"/>
              </a:ext>
            </a:extLst>
          </p:cNvPr>
          <p:cNvCxnSpPr/>
          <p:nvPr/>
        </p:nvCxnSpPr>
        <p:spPr>
          <a:xfrm>
            <a:off x="6035040" y="3666309"/>
            <a:ext cx="50248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AD1AACE-AE43-22A1-07FD-0111558F4C5F}"/>
              </a:ext>
            </a:extLst>
          </p:cNvPr>
          <p:cNvSpPr txBox="1"/>
          <p:nvPr/>
        </p:nvSpPr>
        <p:spPr>
          <a:xfrm>
            <a:off x="7106194" y="3178629"/>
            <a:ext cx="3725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Canva App taking request to Google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821F67-37E4-B9F1-FC55-BCB011B39939}"/>
              </a:ext>
            </a:extLst>
          </p:cNvPr>
          <p:cNvSpPr txBox="1"/>
          <p:nvPr/>
        </p:nvSpPr>
        <p:spPr>
          <a:xfrm>
            <a:off x="7027817" y="3879668"/>
            <a:ext cx="3197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Google validate the Auth Code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E2E8CB9-ABE5-5D7C-6D13-04AD3CDFFD4C}"/>
              </a:ext>
            </a:extLst>
          </p:cNvPr>
          <p:cNvSpPr txBox="1"/>
          <p:nvPr/>
        </p:nvSpPr>
        <p:spPr>
          <a:xfrm>
            <a:off x="1976846" y="3056709"/>
            <a:ext cx="37437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When user allow permission</a:t>
            </a:r>
            <a:br>
              <a:rPr lang="en-US" dirty="0"/>
            </a:br>
            <a:r>
              <a:rPr lang="en-US" dirty="0"/>
              <a:t>then google send Auth Code (temp).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6252C87-BBD6-06A1-DCC4-814509320451}"/>
              </a:ext>
            </a:extLst>
          </p:cNvPr>
          <p:cNvCxnSpPr/>
          <p:nvPr/>
        </p:nvCxnSpPr>
        <p:spPr>
          <a:xfrm flipH="1">
            <a:off x="5947954" y="4772297"/>
            <a:ext cx="51728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3E226A6-873E-5F71-46DD-5CF87C6B66DE}"/>
              </a:ext>
            </a:extLst>
          </p:cNvPr>
          <p:cNvSpPr txBox="1"/>
          <p:nvPr/>
        </p:nvSpPr>
        <p:spPr>
          <a:xfrm>
            <a:off x="6326534" y="4358694"/>
            <a:ext cx="4441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Google sends 0Auth2.o Token to CanvaAPP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CA67AE6-7EA5-7B92-79E1-17F1373371ED}"/>
              </a:ext>
            </a:extLst>
          </p:cNvPr>
          <p:cNvCxnSpPr>
            <a:cxnSpLocks/>
          </p:cNvCxnSpPr>
          <p:nvPr/>
        </p:nvCxnSpPr>
        <p:spPr>
          <a:xfrm flipH="1">
            <a:off x="1463040" y="4902926"/>
            <a:ext cx="43558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1B1D66B-BE82-AFD8-51E2-4EE4BCA474E6}"/>
              </a:ext>
            </a:extLst>
          </p:cNvPr>
          <p:cNvSpPr txBox="1"/>
          <p:nvPr/>
        </p:nvSpPr>
        <p:spPr>
          <a:xfrm>
            <a:off x="1550609" y="4220195"/>
            <a:ext cx="4293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Now canvas app having user photos permission</a:t>
            </a:r>
          </a:p>
        </p:txBody>
      </p:sp>
    </p:spTree>
    <p:extLst>
      <p:ext uri="{BB962C8B-B14F-4D97-AF65-F5344CB8AC3E}">
        <p14:creationId xmlns:p14="http://schemas.microsoft.com/office/powerpoint/2010/main" val="2289283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iley Face 3">
            <a:extLst>
              <a:ext uri="{FF2B5EF4-FFF2-40B4-BE49-F238E27FC236}">
                <a16:creationId xmlns:a16="http://schemas.microsoft.com/office/drawing/2014/main" id="{BB3E6145-D7DD-0A75-4E75-8B242C0B57AE}"/>
              </a:ext>
            </a:extLst>
          </p:cNvPr>
          <p:cNvSpPr/>
          <p:nvPr/>
        </p:nvSpPr>
        <p:spPr>
          <a:xfrm>
            <a:off x="209006" y="557349"/>
            <a:ext cx="1201783" cy="1314994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C815A9-EB2A-CA13-C1B2-C12EFF3D2E99}"/>
              </a:ext>
            </a:extLst>
          </p:cNvPr>
          <p:cNvSpPr txBox="1"/>
          <p:nvPr/>
        </p:nvSpPr>
        <p:spPr>
          <a:xfrm>
            <a:off x="1750423" y="740229"/>
            <a:ext cx="21644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Create app and Get</a:t>
            </a:r>
            <a:br>
              <a:rPr lang="en-US" dirty="0"/>
            </a:br>
            <a:r>
              <a:rPr lang="en-US" dirty="0"/>
              <a:t>Client ID and Secret</a:t>
            </a:r>
            <a:br>
              <a:rPr lang="en-US" dirty="0"/>
            </a:br>
            <a:r>
              <a:rPr lang="en-US" dirty="0"/>
              <a:t>Auth Code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613EAC4-33C1-35B8-A7CA-A61B744BF6A5}"/>
              </a:ext>
            </a:extLst>
          </p:cNvPr>
          <p:cNvSpPr/>
          <p:nvPr/>
        </p:nvSpPr>
        <p:spPr>
          <a:xfrm>
            <a:off x="3013166" y="1724297"/>
            <a:ext cx="1985554" cy="69668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Client APP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6F32399-8895-1E4B-BCBB-16232BA93F6B}"/>
              </a:ext>
            </a:extLst>
          </p:cNvPr>
          <p:cNvSpPr/>
          <p:nvPr/>
        </p:nvSpPr>
        <p:spPr>
          <a:xfrm>
            <a:off x="5721531" y="5007429"/>
            <a:ext cx="2786743" cy="74022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Authorization Server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F6A6CC-7DFD-5AC0-7CA8-5D51D6F8E684}"/>
              </a:ext>
            </a:extLst>
          </p:cNvPr>
          <p:cNvSpPr/>
          <p:nvPr/>
        </p:nvSpPr>
        <p:spPr>
          <a:xfrm>
            <a:off x="8987246" y="1654629"/>
            <a:ext cx="2420983" cy="64443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Resources</a:t>
            </a:r>
            <a:br>
              <a:rPr lang="en-US" dirty="0"/>
            </a:br>
            <a:r>
              <a:rPr lang="en-US" dirty="0"/>
              <a:t>Server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32BFD1D-394B-5E30-D67C-4B63D5D9205C}"/>
              </a:ext>
            </a:extLst>
          </p:cNvPr>
          <p:cNvCxnSpPr>
            <a:cxnSpLocks/>
          </p:cNvCxnSpPr>
          <p:nvPr/>
        </p:nvCxnSpPr>
        <p:spPr>
          <a:xfrm>
            <a:off x="4702628" y="2487080"/>
            <a:ext cx="1698172" cy="23766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30777E7-9BA0-B583-C85A-735D392F6566}"/>
              </a:ext>
            </a:extLst>
          </p:cNvPr>
          <p:cNvCxnSpPr/>
          <p:nvPr/>
        </p:nvCxnSpPr>
        <p:spPr>
          <a:xfrm flipH="1" flipV="1">
            <a:off x="4336869" y="2574166"/>
            <a:ext cx="1759131" cy="23251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EF9685C-D447-17E3-E193-B80AA245E01F}"/>
              </a:ext>
            </a:extLst>
          </p:cNvPr>
          <p:cNvCxnSpPr/>
          <p:nvPr/>
        </p:nvCxnSpPr>
        <p:spPr>
          <a:xfrm>
            <a:off x="5190309" y="1994263"/>
            <a:ext cx="36314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3C867F0-ED05-7E26-BB2A-0C756CC39893}"/>
              </a:ext>
            </a:extLst>
          </p:cNvPr>
          <p:cNvSpPr txBox="1"/>
          <p:nvPr/>
        </p:nvSpPr>
        <p:spPr>
          <a:xfrm>
            <a:off x="5721531" y="1654629"/>
            <a:ext cx="3028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Request resource with Token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40011A9-647F-6964-0676-159C25895CCC}"/>
              </a:ext>
            </a:extLst>
          </p:cNvPr>
          <p:cNvCxnSpPr/>
          <p:nvPr/>
        </p:nvCxnSpPr>
        <p:spPr>
          <a:xfrm flipH="1">
            <a:off x="8098971" y="2420983"/>
            <a:ext cx="2055223" cy="24993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ACB9B1B-207D-510A-AFF7-ACFEF1D3D07A}"/>
              </a:ext>
            </a:extLst>
          </p:cNvPr>
          <p:cNvCxnSpPr/>
          <p:nvPr/>
        </p:nvCxnSpPr>
        <p:spPr>
          <a:xfrm flipV="1">
            <a:off x="8647612" y="2299063"/>
            <a:ext cx="2353056" cy="29086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1AA7000-50AA-AB2A-76A2-E72F729A3699}"/>
              </a:ext>
            </a:extLst>
          </p:cNvPr>
          <p:cNvCxnSpPr/>
          <p:nvPr/>
        </p:nvCxnSpPr>
        <p:spPr>
          <a:xfrm flipH="1">
            <a:off x="5190309" y="2299063"/>
            <a:ext cx="36314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1426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876</TotalTime>
  <Words>76</Words>
  <Application>Microsoft Macintosh PowerPoint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nitin gupta</dc:creator>
  <cp:lastModifiedBy>nitin gupta</cp:lastModifiedBy>
  <cp:revision>1</cp:revision>
  <dcterms:created xsi:type="dcterms:W3CDTF">2025-10-27T15:16:46Z</dcterms:created>
  <dcterms:modified xsi:type="dcterms:W3CDTF">2025-10-28T05:53:34Z</dcterms:modified>
</cp:coreProperties>
</file>